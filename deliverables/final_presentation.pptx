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CyberTrace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Clustering and Analysis of Suspicious Network Traffic</a:t>
            </a:r>
          </a:p>
          <a:p>
            <a:r>
              <a:t>Victor Andrade and Ben Miller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How can suspicious network artifacts be compared without relying only on signatures?</a:t>
            </a:r>
          </a:p>
          <a:p>
            <a:pPr>
              <a:defRPr sz="2200"/>
            </a:pPr>
            <a:r>
              <a:t>Can unsupervised clustering reveal meaningful groups of benign and malicious behavior?</a:t>
            </a:r>
          </a:p>
          <a:p>
            <a:pPr>
              <a:defRPr sz="2200"/>
            </a:pPr>
            <a:r>
              <a:t>Can the workflow stay interpretable and useful for cybersecurity investigation?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Analysts cannot rely only on exact signature matches.</a:t>
            </a:r>
          </a:p>
          <a:p>
            <a:pPr>
              <a:defRPr sz="2200"/>
            </a:pPr>
            <a:r>
              <a:t>Suspicious traffic often needs comparison by observable behavior.</a:t>
            </a:r>
          </a:p>
          <a:p>
            <a:pPr>
              <a:defRPr sz="2200"/>
            </a:pPr>
            <a:r>
              <a:t>Clustering helps group similar artifacts for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 Python repo and CLI for cybersecurity clustering analysis.</a:t>
            </a:r>
          </a:p>
          <a:p>
            <a:pPr>
              <a:defRPr sz="2200"/>
            </a:pPr>
            <a:r>
              <a:t>Prepared a real NSL-KDD dataset into a reusable feature table.</a:t>
            </a:r>
          </a:p>
          <a:p>
            <a:pPr>
              <a:defRPr sz="2200"/>
            </a:pPr>
            <a:r>
              <a:t>Generated clustering results, figures, tests, report, slides, and zip packaging.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 dataset: small NSL-KDD training CSV sample.</a:t>
            </a:r>
          </a:p>
          <a:p>
            <a:pPr>
              <a:defRPr sz="2200"/>
            </a:pPr>
            <a:r>
              <a:t>Records: 1011 total, 516 benign, 495 malicious.</a:t>
            </a:r>
          </a:p>
          <a:p>
            <a:pPr>
              <a:defRPr sz="2200"/>
            </a:pPr>
            <a:r>
              <a:t>Safe benchmark: no live malware and no sensitive production traffic.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Raw dataset stored in data/raw/.</a:t>
            </a:r>
          </a:p>
          <a:p>
            <a:pPr>
              <a:defRPr sz="2200"/>
            </a:pPr>
            <a:r>
              <a:t>prepare-nsl-kdd converts rows into a CyberTrace feature table.</a:t>
            </a:r>
          </a:p>
          <a:p>
            <a:pPr>
              <a:defRPr sz="2200"/>
            </a:pPr>
            <a:r>
              <a:t>KMeans clusters the standardized numeric feature matrix.</a:t>
            </a:r>
          </a:p>
          <a:p>
            <a:pPr>
              <a:defRPr sz="2200"/>
            </a:pPr>
            <a:r>
              <a:t>Labels are used after clustering for interpretation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Store raw safe data in data/raw/.</a:t>
            </a:r>
          </a:p>
          <a:p>
            <a:pPr>
              <a:defRPr sz="2200"/>
            </a:pPr>
            <a:r>
              <a:t>Prepare NSL-KDD into numeric and encoded features.</a:t>
            </a:r>
          </a:p>
          <a:p>
            <a:pPr>
              <a:defRPr sz="2200"/>
            </a:pPr>
            <a:r>
              <a:t>Standardize the feature matrix and apply KMeans.</a:t>
            </a:r>
          </a:p>
          <a:p>
            <a:pPr>
              <a:defRPr sz="2200"/>
            </a:pPr>
            <a:r>
              <a:t>Interpret clusters by comparing labels and attack types after 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Main package: src/cybertrace/</a:t>
            </a:r>
          </a:p>
          <a:p>
            <a:pPr>
              <a:defRPr sz="2200"/>
            </a:pPr>
            <a:r>
              <a:t>CLI commands: prepare-nsl-kdd and cluster</a:t>
            </a:r>
          </a:p>
          <a:p>
            <a:pPr>
              <a:defRPr sz="2200"/>
            </a:pPr>
            <a:r>
              <a:t>Outputs: prepared CSV, cluster assignments, notebooks, figures, report</a:t>
            </a:r>
          </a:p>
          <a:p>
            <a:pPr>
              <a:defRPr sz="2200"/>
            </a:pPr>
            <a:r>
              <a:t>Validation: Ruff checks and Pytest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Cluster 0: 493 benign, 95 malicious</a:t>
            </a:r>
          </a:p>
          <a:p>
            <a:pPr>
              <a:defRPr sz="2200"/>
            </a:pPr>
            <a:r>
              <a:t>Cluster 1: 23 benign, 109 malicious</a:t>
            </a:r>
          </a:p>
          <a:p>
            <a:pPr>
              <a:defRPr sz="2200"/>
            </a:pPr>
            <a:r>
              <a:t>Cluster 2: 0 benign, 291 malicious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Results Visualization</a:t>
            </a:r>
          </a:p>
        </p:txBody>
      </p:sp>
      <p:pic>
        <p:nvPicPr>
          <p:cNvPr id="3" name="Picture 2" descr="nsl_kdd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PCA projection of the clustered NSL-KDD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Cluster 0 is the most normal-like group.</a:t>
            </a:r>
          </a:p>
          <a:p>
            <a:pPr>
              <a:defRPr sz="2200"/>
            </a:pPr>
            <a:r>
              <a:t>Cluster 1 is mixed but malicious-heavy, showing overlapping suspicious behavior.</a:t>
            </a:r>
          </a:p>
          <a:p>
            <a:pPr>
              <a:defRPr sz="2200"/>
            </a:pPr>
            <a:r>
              <a:t>Cluster 2 is fully malicious in this baseline run and dominated by neptune.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Clustering can help prioritize analyst review even without using labels to fit the model.</a:t>
            </a:r>
          </a:p>
          <a:p>
            <a:pPr>
              <a:defRPr sz="2200"/>
            </a:pPr>
            <a:r>
              <a:t>Mixed clusters are still valuable because they highlight ambiguity worth investigating.</a:t>
            </a:r>
          </a:p>
          <a:p>
            <a:pPr>
              <a:defRPr sz="2200"/>
            </a:pPr>
            <a:r>
              <a:t>The workflow is reproducible and can be extended to additional safe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Victor Andrade: implementation, CLI workflow, tests, packaging, and analysis integration</a:t>
            </a:r>
          </a:p>
          <a:p>
            <a:pPr>
              <a:defRPr sz="2200"/>
            </a:pPr>
            <a:r>
              <a:t>Ben Miller: cybersecurity framing, project direction, interpretation goals, and final narrative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Evaluate newer datasets and richer flow-based artifacts.</a:t>
            </a:r>
          </a:p>
          <a:p>
            <a:pPr>
              <a:defRPr sz="2200"/>
            </a:pPr>
            <a:r>
              <a:t>Compare KMeans with hierarchical clustering and DBSCAN.</a:t>
            </a:r>
          </a:p>
          <a:p>
            <a:pPr>
              <a:defRPr sz="2200"/>
            </a:pPr>
            <a:r>
              <a:t>Add deeper per-cluster feature summaries and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CyberTrace shows that clustering can meaningfully support cybersecurity investigation.</a:t>
            </a:r>
          </a:p>
          <a:p>
            <a:pPr>
              <a:defRPr sz="2200"/>
            </a:pPr>
            <a:r>
              <a:t>The project now delivers a report, presentation, code, data, and a submission zip.</a:t>
            </a:r>
          </a:p>
          <a:p>
            <a:pPr>
              <a:defRPr sz="2200"/>
            </a:pPr>
            <a:r>
              <a:t>It is a strong foundation for deeper threat-analysis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